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4" d="100"/>
          <a:sy n="114" d="100"/>
        </p:scale>
        <p:origin x="43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3970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4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1020470"/>
            <a:ext cx="427939" cy="42793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48640" y="20116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smtClean="0">
                <a:solidFill>
                  <a:srgbClr val="FFFFFF"/>
                </a:solidFill>
                <a:latin typeface="Cambria" pitchFamily="34" charset="0"/>
                <a:ea typeface="Cambria" pitchFamily="34" charset="-122"/>
              </a:rPr>
              <a:t>FINDAIS</a:t>
            </a:r>
            <a:endParaRPr lang="en-US" sz="6400" dirty="0"/>
          </a:p>
        </p:txBody>
      </p:sp>
      <p:sp>
        <p:nvSpPr>
          <p:cNvPr id="10" name="Text 7"/>
          <p:cNvSpPr/>
          <p:nvPr/>
        </p:nvSpPr>
        <p:spPr>
          <a:xfrm>
            <a:off x="548640" y="3063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de Gestão de Ordens de Serviço</a:t>
            </a:r>
            <a:endParaRPr lang="en-US" sz="2400" dirty="0"/>
          </a:p>
        </p:txBody>
      </p:sp>
      <p:sp>
        <p:nvSpPr>
          <p:cNvPr id="11" name="Shape 8"/>
          <p:cNvSpPr/>
          <p:nvPr/>
        </p:nvSpPr>
        <p:spPr>
          <a:xfrm>
            <a:off x="548640" y="3931920"/>
            <a:ext cx="4206240" cy="50292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93192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Integrador — UC4  |  Jovem Programador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54864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Senac Blumenau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548640" y="6355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 fictícia: Senac Solutions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Senac Solutions controlava seus atendimentos antes do sistema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486400" cy="44805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8019" y="225673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2148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Controle manual e descentralizado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292608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Todos os atendimentos eram registrados em planilhas e anotações manuais, sem nenhum sistema centralizado para organizar clientes, equipamentos e ordens de serviço.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914400" y="4206240"/>
            <a:ext cx="47548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434840"/>
            <a:ext cx="47548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retrabalho, atrasos e perda de informações no dia a dia da empresa.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55080" y="1783080"/>
            <a:ext cx="5303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583680" y="1975104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3408" y="2084832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69480" y="1783080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Perda de informações sobre clientes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6355080" y="2752344"/>
            <a:ext cx="5303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583680" y="294436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408" y="3054096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7269480" y="2752344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Dificuldade para localizar históricos de atendimento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355080" y="3721608"/>
            <a:ext cx="5303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583680" y="3913632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93408" y="4023360"/>
            <a:ext cx="237744" cy="23774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269480" y="3721608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Falta de controle dos equipamentos recebidos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6355080" y="4690872"/>
            <a:ext cx="5303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6583680" y="4882896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93408" y="4992624"/>
            <a:ext cx="237744" cy="23774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269480" y="4690872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Atrasos na entrega dos serviços</a:t>
            </a:r>
            <a:endParaRPr lang="en-US" sz="1400" dirty="0"/>
          </a:p>
        </p:txBody>
      </p:sp>
      <p:sp>
        <p:nvSpPr>
          <p:cNvPr id="27" name="Shape 20"/>
          <p:cNvSpPr/>
          <p:nvPr/>
        </p:nvSpPr>
        <p:spPr>
          <a:xfrm>
            <a:off x="6355080" y="5660136"/>
            <a:ext cx="5303520" cy="841248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8" name="Shape 21"/>
          <p:cNvSpPr/>
          <p:nvPr/>
        </p:nvSpPr>
        <p:spPr>
          <a:xfrm>
            <a:off x="6583680" y="58521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5961888"/>
            <a:ext cx="237744" cy="237744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7269480" y="5660136"/>
            <a:ext cx="42976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Erros no acompanhamento do status dos reparos</a:t>
            </a:r>
            <a:endParaRPr lang="en-US" sz="1400" dirty="0"/>
          </a:p>
        </p:txBody>
      </p:sp>
      <p:sp>
        <p:nvSpPr>
          <p:cNvPr id="31" name="Text 2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Solutions  •  Projeto Integrador UC4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Objetivo &amp; Tecnologias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solução proposta e a stack utilizada no desenvolvimento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2801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783080"/>
            <a:ext cx="10424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um sistema capaz de organizar e controlar os processos de atendimento técnico da Senac Solutions: cadastro de clientes, controle de equipamentos e gestão completa de ordens de serviço.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383280"/>
            <a:ext cx="2697480" cy="2834640"/>
          </a:xfrm>
          <a:prstGeom prst="rect">
            <a:avLst/>
          </a:prstGeom>
          <a:solidFill>
            <a:srgbClr val="F2F2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36576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8525" y="3833165"/>
            <a:ext cx="380390" cy="38039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77240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 20+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777240" y="5029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Programação orientada a objetos, camadas Model / DAO / Util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56432" y="3383280"/>
            <a:ext cx="2697480" cy="2834640"/>
          </a:xfrm>
          <a:prstGeom prst="rect">
            <a:avLst/>
          </a:prstGeom>
          <a:solidFill>
            <a:srgbClr val="F2F2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730752" y="36576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6317" y="383316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85032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 8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685032" y="5029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relacional com integridade referencial (FKs)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364224" y="3383280"/>
            <a:ext cx="2697480" cy="2834640"/>
          </a:xfrm>
          <a:prstGeom prst="rect">
            <a:avLst/>
          </a:prstGeom>
          <a:solidFill>
            <a:srgbClr val="F2F2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638544" y="36576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4109" y="38331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592824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&amp; GitHub</a:t>
            </a:r>
            <a:endParaRPr lang="en-US" sz="1700" dirty="0"/>
          </a:p>
        </p:txBody>
      </p:sp>
      <p:sp>
        <p:nvSpPr>
          <p:cNvPr id="20" name="Text 15"/>
          <p:cNvSpPr/>
          <p:nvPr/>
        </p:nvSpPr>
        <p:spPr>
          <a:xfrm>
            <a:off x="6592824" y="5029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Versionamento com branches main, develop e feature/*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9272016" y="3383280"/>
            <a:ext cx="2697480" cy="2834640"/>
          </a:xfrm>
          <a:prstGeom prst="rect">
            <a:avLst/>
          </a:prstGeom>
          <a:solidFill>
            <a:srgbClr val="F2F2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546336" y="3657600"/>
            <a:ext cx="731520" cy="7315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21901" y="383316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500616" y="45262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Funcionais</a:t>
            </a:r>
            <a:endParaRPr lang="en-US" sz="1700" dirty="0"/>
          </a:p>
        </p:txBody>
      </p:sp>
      <p:sp>
        <p:nvSpPr>
          <p:cNvPr id="25" name="Text 19"/>
          <p:cNvSpPr/>
          <p:nvPr/>
        </p:nvSpPr>
        <p:spPr>
          <a:xfrm>
            <a:off x="9500616" y="50292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casos de teste cobrindo CRUDs e regras de negócio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Solutions  •  Projeto Integrador UC4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Modelagem do Sistema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classes — Model, DAO e relacionamentos principais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27432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id: int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85800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nome: String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8254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cpf: String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85800" y="3118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telefone: String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85800" y="3410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email: String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4206240"/>
            <a:ext cx="274320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420624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42062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ClienteDAO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85800" y="46634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cadastrar()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" y="49560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buscarPorCpf()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85800" y="52486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listarTodos()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85800" y="554126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alterar()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85800" y="583387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excluir()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1783080"/>
            <a:ext cx="2743200" cy="239572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1783080"/>
            <a:ext cx="27432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2" name="Text 20"/>
          <p:cNvSpPr/>
          <p:nvPr/>
        </p:nvSpPr>
        <p:spPr>
          <a:xfrm>
            <a:off x="470916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Equipamento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84632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id: int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clienteId: int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28254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tipo: String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46320" y="3118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marca, modelo: String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846320" y="3410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numeroSerie: String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descricaoDefeito: String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4526280"/>
            <a:ext cx="2743200" cy="1810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452628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4709160" y="45262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EquipamentoDAO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4846320" y="4983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cadastrar()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46320" y="52760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buscarPorId()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55686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listarPorCliente()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46320" y="58613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alterar() / excluir()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8869680" y="1783080"/>
            <a:ext cx="2743200" cy="2688336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869680" y="1783080"/>
            <a:ext cx="274320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8" name="Text 36"/>
          <p:cNvSpPr/>
          <p:nvPr/>
        </p:nvSpPr>
        <p:spPr>
          <a:xfrm>
            <a:off x="8869680" y="1783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OrdemServico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9006840" y="22402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numero: int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006840" y="253288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clienteId, equipamentoId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9006840" y="282549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dataAbertura/Encerramento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9006840" y="3118104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responsavel: String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9006840" y="3410712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observacoes: String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006840" y="37033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custo: double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006840" y="399592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status: StatusOS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869680" y="4892040"/>
            <a:ext cx="2743200" cy="1517904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869680" y="4892040"/>
            <a:ext cx="274320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8" name="Text 46"/>
          <p:cNvSpPr/>
          <p:nvPr/>
        </p:nvSpPr>
        <p:spPr>
          <a:xfrm>
            <a:off x="8869680" y="48920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OrdemServicoDAO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006840" y="5349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abrir/encerrar()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9006840" y="5641848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atualizarStatus()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9006840" y="593445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listarEmAndamento()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3291840" y="228600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53" name="Text 51"/>
          <p:cNvSpPr/>
          <p:nvPr/>
        </p:nvSpPr>
        <p:spPr>
          <a:xfrm>
            <a:off x="338328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7452360" y="2286000"/>
            <a:ext cx="141732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55" name="Text 53"/>
          <p:cNvSpPr/>
          <p:nvPr/>
        </p:nvSpPr>
        <p:spPr>
          <a:xfrm>
            <a:off x="7543800" y="19202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N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Solutions  •  Projeto Integrador UC4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de Dados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Entidade-Relacionamento — MySQL 8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291840" cy="2194560"/>
          </a:xfrm>
          <a:prstGeom prst="rect">
            <a:avLst/>
          </a:prstGeom>
          <a:solidFill>
            <a:srgbClr val="F2F2F0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783080"/>
            <a:ext cx="3291840" cy="4572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13232" y="22402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   INT       PK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13232" y="25511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nome          VARCHAR(150)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13232" y="28620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cpf           CHAR(14)  UNIQUE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13232" y="3172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telefone      VARCHAR(20)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13232" y="34838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email         VARCHAR(150)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1783080"/>
            <a:ext cx="3291840" cy="2505456"/>
          </a:xfrm>
          <a:prstGeom prst="rect">
            <a:avLst/>
          </a:prstGeom>
          <a:solidFill>
            <a:srgbClr val="F2F2F0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480560" y="1783080"/>
            <a:ext cx="329184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48056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equipamento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45152" y="22402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id              INT     PK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45152" y="25511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      INT     FK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45152" y="28620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tipo            VARCHAR(80)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45152" y="3172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marca, modelo   VARCHAR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645152" y="34838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numero_serie    UNIQUE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645152" y="37947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descricao_defeito  TEXT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412480" y="1783080"/>
            <a:ext cx="3291840" cy="3127248"/>
          </a:xfrm>
          <a:prstGeom prst="rect">
            <a:avLst/>
          </a:prstGeom>
          <a:solidFill>
            <a:srgbClr val="F2F2F0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412480" y="1783080"/>
            <a:ext cx="3291840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3" name="Text 21"/>
          <p:cNvSpPr/>
          <p:nvPr/>
        </p:nvSpPr>
        <p:spPr>
          <a:xfrm>
            <a:off x="841248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ordem_servico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577072" y="224028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numero          INT     PK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577072" y="255117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cliente_id      INT     FK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577072" y="286207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equipamento_id  INT     FK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577072" y="3172968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data_abertura   DATE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577072" y="3483864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data_encerramento DATE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577072" y="3794760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responsavel     VARCHAR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77072" y="4105656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custo           DECIMAL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577072" y="4416552"/>
            <a:ext cx="3017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status          ENUM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840480" y="228600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33" name="Text 31"/>
          <p:cNvSpPr/>
          <p:nvPr/>
        </p:nvSpPr>
        <p:spPr>
          <a:xfrm>
            <a:off x="374904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2286000"/>
            <a:ext cx="640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arrow"/>
          </a:ln>
        </p:spPr>
      </p:sp>
      <p:sp>
        <p:nvSpPr>
          <p:cNvPr id="35" name="Text 33"/>
          <p:cNvSpPr/>
          <p:nvPr/>
        </p:nvSpPr>
        <p:spPr>
          <a:xfrm>
            <a:off x="7680960" y="242316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— N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166360"/>
            <a:ext cx="11091672" cy="1051560"/>
          </a:xfrm>
          <a:prstGeom prst="rect">
            <a:avLst/>
          </a:prstGeom>
          <a:solidFill>
            <a:srgbClr val="F2F2F0"/>
          </a:solidFill>
          <a:ln/>
        </p:spPr>
      </p:sp>
      <p:sp>
        <p:nvSpPr>
          <p:cNvPr id="37" name="Text 35"/>
          <p:cNvSpPr/>
          <p:nvPr/>
        </p:nvSpPr>
        <p:spPr>
          <a:xfrm>
            <a:off x="914400" y="516636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cliente possui N equipamentos  •  1 cliente solicita N ordens de serviço  •  1 equipamento gera N ordens de serviço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Solutions  •  Projeto Integrador UC4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 Aplicação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Demonstração da Aplicação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em linha de comando (CLI) com 4 módulos principais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669280" cy="44805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1920240"/>
            <a:ext cx="164592" cy="164592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920240"/>
            <a:ext cx="164592" cy="164592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325880" y="1920240"/>
            <a:ext cx="164592" cy="164592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286000"/>
            <a:ext cx="51206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SENAC SOLUTIONS — MENU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5EEA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=============================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Clientes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Equipamentos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Ordens de Serviço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Relatórios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 Sair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CC1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Escolha: 3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 ORDENS DE SERVIÇO ---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Abrir OS  2. Atualizar Status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Consultar  4. Encerrar  0. Voltar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783080"/>
            <a:ext cx="5212080" cy="10789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6629400" y="2002536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3019" y="2156155"/>
            <a:ext cx="332842" cy="33284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406640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406640" y="2221992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Cadastro, busca por CPF, listagem, alteração e exclusão (com regra de integridade)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6446520" y="2944368"/>
            <a:ext cx="5212080" cy="10789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629400" y="3163824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019" y="3317443"/>
            <a:ext cx="332842" cy="33284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406640" y="3035808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Equipamentos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406640" y="3383280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completo, sempre vinculado a um cliente existente, com nº de série único</a:t>
            </a:r>
            <a:endParaRPr lang="en-US" sz="1150" dirty="0"/>
          </a:p>
        </p:txBody>
      </p:sp>
      <p:sp>
        <p:nvSpPr>
          <p:cNvPr id="20" name="Shape 16"/>
          <p:cNvSpPr/>
          <p:nvPr/>
        </p:nvSpPr>
        <p:spPr>
          <a:xfrm>
            <a:off x="6446520" y="4105656"/>
            <a:ext cx="5212080" cy="10789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1" name="Shape 17"/>
          <p:cNvSpPr/>
          <p:nvPr/>
        </p:nvSpPr>
        <p:spPr>
          <a:xfrm>
            <a:off x="6629400" y="4325112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83019" y="4478731"/>
            <a:ext cx="332842" cy="332842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7406640" y="4197096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Ordens de Serviço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7406640" y="4544568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Abertura, atualização de status sequencial, consulta e encerramento com custo final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6446520" y="5266944"/>
            <a:ext cx="5212080" cy="1078992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6" name="Shape 21"/>
          <p:cNvSpPr/>
          <p:nvPr/>
        </p:nvSpPr>
        <p:spPr>
          <a:xfrm>
            <a:off x="6629400" y="548640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3019" y="5640019"/>
            <a:ext cx="332842" cy="332842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406640" y="535838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</a:t>
            </a:r>
            <a:endParaRPr lang="en-US" sz="1500" dirty="0"/>
          </a:p>
        </p:txBody>
      </p:sp>
      <p:sp>
        <p:nvSpPr>
          <p:cNvPr id="29" name="Text 23"/>
          <p:cNvSpPr/>
          <p:nvPr/>
        </p:nvSpPr>
        <p:spPr>
          <a:xfrm>
            <a:off x="7406640" y="5705856"/>
            <a:ext cx="4160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em andamento, OS finalizadas, clientes cadastrados e equipamentos recebidos</a:t>
            </a:r>
            <a:endParaRPr lang="en-US" sz="1150" dirty="0"/>
          </a:p>
        </p:txBody>
      </p:sp>
      <p:sp>
        <p:nvSpPr>
          <p:cNvPr id="30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Solutions  •  Projeto Integrador UC4</a:t>
            </a:r>
            <a:endParaRPr lang="en-US" sz="1000" dirty="0"/>
          </a:p>
        </p:txBody>
      </p:sp>
      <p:sp>
        <p:nvSpPr>
          <p:cNvPr id="31" name="Text 25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Estratégia de Testes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casos de teste cobrindo funcionalidades e regras de negócio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1737360"/>
          </a:xfrm>
          <a:prstGeom prst="rect">
            <a:avLst/>
          </a:prstGeom>
          <a:solidFill>
            <a:srgbClr val="F2F2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teste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executados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606040" cy="1737360"/>
          </a:xfrm>
          <a:prstGeom prst="rect">
            <a:avLst/>
          </a:prstGeom>
          <a:solidFill>
            <a:srgbClr val="F2F2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9184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329184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 testes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606040" cy="1737360"/>
          </a:xfrm>
          <a:prstGeom prst="rect">
            <a:avLst/>
          </a:prstGeom>
          <a:solidFill>
            <a:srgbClr val="F2F2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03504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603504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encontrados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corrigidos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778240" y="1783080"/>
            <a:ext cx="2606040" cy="1737360"/>
          </a:xfrm>
          <a:prstGeom prst="rect">
            <a:avLst/>
          </a:prstGeom>
          <a:solidFill>
            <a:srgbClr val="F2F2F0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778240" y="187452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8778240" y="2788920"/>
            <a:ext cx="2606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de negócio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749040"/>
            <a:ext cx="11091672" cy="26974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por módulo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4480560"/>
            <a:ext cx="3383280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097280" y="4663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981" y="4784141"/>
            <a:ext cx="261518" cy="26151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1737360" y="4617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Clientes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737360" y="4937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testes — CT01 a CT09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434840" y="4480560"/>
            <a:ext cx="3383280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4617720" y="4663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8421" y="4784141"/>
            <a:ext cx="261518" cy="26151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257800" y="4617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Equipamentos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5257800" y="4937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testes — CT10 a CT16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7955280" y="4480560"/>
            <a:ext cx="3383280" cy="137160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8138160" y="466344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8861" y="4784141"/>
            <a:ext cx="261518" cy="261518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8778240" y="461772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Ordens de Serviço</a:t>
            </a:r>
            <a:endParaRPr lang="en-US" sz="1400" dirty="0"/>
          </a:p>
        </p:txBody>
      </p:sp>
      <p:sp>
        <p:nvSpPr>
          <p:cNvPr id="32" name="Text 27"/>
          <p:cNvSpPr/>
          <p:nvPr/>
        </p:nvSpPr>
        <p:spPr>
          <a:xfrm>
            <a:off x="8778240" y="493776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testes — CT17 a CT27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914400" y="5989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Regras validadas: CPF único, status sequencial da OS, exclusão restrita, nº de série único, campos obrigatórios.</a:t>
            </a:r>
            <a:endParaRPr lang="en-US" sz="1200" dirty="0"/>
          </a:p>
        </p:txBody>
      </p:sp>
      <p:sp>
        <p:nvSpPr>
          <p:cNvPr id="34" name="Text 29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Solutions  •  Projeto Integrador UC4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2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Resultados Alcançados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foi entregue ao final do projeto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6118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116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859" y="216529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Funcionalidades mínimas implementadas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77240" y="3246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Gestão de clientes, equipamentos e ordens de serviço com CRUD completo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43400" y="1783080"/>
            <a:ext cx="36118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5619" y="216529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 relacional íntegro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72000" y="3246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tabelas com chaves estrangeiras, validado em ambiente local e em outro computador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38160" y="1783080"/>
            <a:ext cx="36118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66760" y="20116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20379" y="2165299"/>
            <a:ext cx="332842" cy="3328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2743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Versionamento organizado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66760" y="3246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Branches main, develop e feature/* com histórico de commits no GitHub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48640" y="4069080"/>
            <a:ext cx="36118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77240" y="42976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0859" y="4451299"/>
            <a:ext cx="332842" cy="33284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Sistema testado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77240" y="5532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casos de teste aprovados cobrindo fluxos e regras de negócio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4343400" y="4069080"/>
            <a:ext cx="36118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4572000" y="42976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5619" y="4451299"/>
            <a:ext cx="332842" cy="33284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57200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Portabilidade validada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4572000" y="5532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Projeto clonado e executado com sucesso em um segundo computador</a:t>
            </a:r>
            <a:endParaRPr lang="en-US" sz="1150" dirty="0"/>
          </a:p>
        </p:txBody>
      </p:sp>
      <p:sp>
        <p:nvSpPr>
          <p:cNvPr id="29" name="Shape 22"/>
          <p:cNvSpPr/>
          <p:nvPr/>
        </p:nvSpPr>
        <p:spPr>
          <a:xfrm>
            <a:off x="8138160" y="4069080"/>
            <a:ext cx="3611880" cy="21031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8366760" y="4297680"/>
            <a:ext cx="640080" cy="640080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20379" y="4451299"/>
            <a:ext cx="332842" cy="33284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36676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completa</a:t>
            </a:r>
            <a:endParaRPr lang="en-US" sz="1450" dirty="0"/>
          </a:p>
        </p:txBody>
      </p:sp>
      <p:sp>
        <p:nvSpPr>
          <p:cNvPr id="33" name="Text 25"/>
          <p:cNvSpPr/>
          <p:nvPr/>
        </p:nvSpPr>
        <p:spPr>
          <a:xfrm>
            <a:off x="8366760" y="5532120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Requisitos, modelagem, manual do usuário e manual técnico</a:t>
            </a:r>
            <a:endParaRPr lang="en-US" sz="115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Solutions  •  Projeto Integrador UC4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Melhorias Futuras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 para evoluir o ScanTech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532120" cy="14630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205740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3778" y="224393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 gráfica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737360" y="23500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do CLI para uma interface Desktop (JavaFX/Swing) ou Web (Spring Boot)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446520" y="1783080"/>
            <a:ext cx="5532120" cy="14630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675120" y="205740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1658" y="224393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352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Perfis de acesso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7635240" y="23500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com diferentes permissões: atendente, técnico e gestor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48640" y="3383280"/>
            <a:ext cx="5532120" cy="14630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65760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3778" y="384413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3736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Relatórios em PDF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1737360" y="3950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Exportação dos relatórios de OS, clientes e equipamentos em PDF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6446520" y="3383280"/>
            <a:ext cx="5532120" cy="14630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6675120" y="365760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61658" y="384413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35240" y="3566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Notificações automáticas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635240" y="39502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Aviso ao cliente por e-mail/WhatsApp sobre o status da OS</a:t>
            </a:r>
            <a:endParaRPr lang="en-US" sz="1200" dirty="0"/>
          </a:p>
        </p:txBody>
      </p:sp>
      <p:sp>
        <p:nvSpPr>
          <p:cNvPr id="24" name="Shape 18"/>
          <p:cNvSpPr/>
          <p:nvPr/>
        </p:nvSpPr>
        <p:spPr>
          <a:xfrm>
            <a:off x="548640" y="4983480"/>
            <a:ext cx="5532120" cy="14630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777240" y="525780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3778" y="544433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737360" y="5166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Testes automatizados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1737360" y="55504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Suíte de testes unitários com JUnit integrada ao pipeline do GitHub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446520" y="4983480"/>
            <a:ext cx="5532120" cy="1463040"/>
          </a:xfrm>
          <a:prstGeom prst="rect">
            <a:avLst/>
          </a:prstGeom>
          <a:solidFill>
            <a:srgbClr val="FFFFFF">
              <a:alpha val="5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6675120" y="5257800"/>
            <a:ext cx="777240" cy="77724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61658" y="5444338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635240" y="51663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REST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7635240" y="5550408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 as funcionalidades via API para integração com outros sistemas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Senac Solutions  •  Projeto Integrador UC4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1127729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12B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143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3429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572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715000"/>
            <a:ext cx="12191695" cy="0"/>
          </a:xfrm>
          <a:prstGeom prst="line">
            <a:avLst/>
          </a:prstGeom>
          <a:noFill/>
          <a:ln w="635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38648" y="1463040"/>
            <a:ext cx="914400" cy="91440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8104" y="1682496"/>
            <a:ext cx="475488" cy="47548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0" y="265176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0" y="356616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ScanTech — Sistema de Gestão de Ordens de Serviço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52648" y="4389120"/>
            <a:ext cx="5486400" cy="548640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3352648" y="43891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github.com/isaacolivera04-commits/Projeto-findais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0" y="60350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Faculdade Senac Blumenau  •  Jovem Programador  •  UC4 Projeto Integrador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910</Words>
  <Application>Microsoft Office PowerPoint</Application>
  <PresentationFormat>Widescreen</PresentationFormat>
  <Paragraphs>198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ScanTech - Sistema de Gestão de Ordens de Serviço</dc:title>
  <dc:subject>PptxGenJS Presentation</dc:subject>
  <dc:creator>Isaac Oliveira</dc:creator>
  <cp:lastModifiedBy>Danúbia Delfino</cp:lastModifiedBy>
  <cp:revision>2</cp:revision>
  <dcterms:created xsi:type="dcterms:W3CDTF">2026-06-15T22:40:46Z</dcterms:created>
  <dcterms:modified xsi:type="dcterms:W3CDTF">2026-06-16T00:29:04Z</dcterms:modified>
</cp:coreProperties>
</file>